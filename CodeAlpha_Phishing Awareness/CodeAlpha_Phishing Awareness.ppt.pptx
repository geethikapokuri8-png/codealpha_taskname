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61" y="-24032"/>
            <a:ext cx="18066085" cy="11250344"/>
          </a:xfrm>
          <a:custGeom>
            <a:avLst/>
            <a:gdLst/>
            <a:ahLst/>
            <a:cxnLst/>
            <a:rect r="r" b="b" t="t" l="l"/>
            <a:pathLst>
              <a:path h="11250344" w="18066085">
                <a:moveTo>
                  <a:pt x="0" y="0"/>
                </a:moveTo>
                <a:lnTo>
                  <a:pt x="18066085" y="0"/>
                </a:lnTo>
                <a:lnTo>
                  <a:pt x="18066085" y="11250344"/>
                </a:lnTo>
                <a:lnTo>
                  <a:pt x="0" y="11250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9" t="-16498" r="-9708" b="-404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7920" y="0"/>
            <a:ext cx="18643841" cy="11249892"/>
          </a:xfrm>
          <a:custGeom>
            <a:avLst/>
            <a:gdLst/>
            <a:ahLst/>
            <a:cxnLst/>
            <a:rect r="r" b="b" t="t" l="l"/>
            <a:pathLst>
              <a:path h="11249892" w="18643841">
                <a:moveTo>
                  <a:pt x="0" y="0"/>
                </a:moveTo>
                <a:lnTo>
                  <a:pt x="18643840" y="0"/>
                </a:lnTo>
                <a:lnTo>
                  <a:pt x="18643840" y="11249892"/>
                </a:lnTo>
                <a:lnTo>
                  <a:pt x="0" y="11249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61" r="0" b="-6751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9400"/>
          </a:xfrm>
          <a:custGeom>
            <a:avLst/>
            <a:gdLst/>
            <a:ahLst/>
            <a:cxnLst/>
            <a:rect r="r" b="b" t="t" l="l"/>
            <a:pathLst>
              <a:path h="10359400" w="18288000">
                <a:moveTo>
                  <a:pt x="0" y="0"/>
                </a:moveTo>
                <a:lnTo>
                  <a:pt x="18288000" y="0"/>
                </a:lnTo>
                <a:lnTo>
                  <a:pt x="18288000" y="10359400"/>
                </a:lnTo>
                <a:lnTo>
                  <a:pt x="0" y="1035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69" r="0" b="-1312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73094"/>
            <a:ext cx="18288000" cy="10660094"/>
          </a:xfrm>
          <a:custGeom>
            <a:avLst/>
            <a:gdLst/>
            <a:ahLst/>
            <a:cxnLst/>
            <a:rect r="r" b="b" t="t" l="l"/>
            <a:pathLst>
              <a:path h="10660094" w="18288000">
                <a:moveTo>
                  <a:pt x="0" y="0"/>
                </a:moveTo>
                <a:lnTo>
                  <a:pt x="18288000" y="0"/>
                </a:lnTo>
                <a:lnTo>
                  <a:pt x="18288000" y="10660094"/>
                </a:lnTo>
                <a:lnTo>
                  <a:pt x="0" y="1066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17" r="0" b="-1140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7" y="-452386"/>
            <a:ext cx="18062463" cy="12041642"/>
          </a:xfrm>
          <a:custGeom>
            <a:avLst/>
            <a:gdLst/>
            <a:ahLst/>
            <a:cxnLst/>
            <a:rect r="r" b="b" t="t" l="l"/>
            <a:pathLst>
              <a:path h="12041642" w="18062463">
                <a:moveTo>
                  <a:pt x="0" y="0"/>
                </a:moveTo>
                <a:lnTo>
                  <a:pt x="18062463" y="0"/>
                </a:lnTo>
                <a:lnTo>
                  <a:pt x="18062463" y="12041641"/>
                </a:lnTo>
                <a:lnTo>
                  <a:pt x="0" y="12041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115" y="-457087"/>
            <a:ext cx="18256109" cy="12265823"/>
          </a:xfrm>
          <a:custGeom>
            <a:avLst/>
            <a:gdLst/>
            <a:ahLst/>
            <a:cxnLst/>
            <a:rect r="r" b="b" t="t" l="l"/>
            <a:pathLst>
              <a:path h="12265823" w="18256109">
                <a:moveTo>
                  <a:pt x="0" y="0"/>
                </a:moveTo>
                <a:lnTo>
                  <a:pt x="18256109" y="0"/>
                </a:lnTo>
                <a:lnTo>
                  <a:pt x="18256109" y="12265823"/>
                </a:lnTo>
                <a:lnTo>
                  <a:pt x="0" y="12265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7835" y="-442574"/>
            <a:ext cx="19214278" cy="13959091"/>
          </a:xfrm>
          <a:custGeom>
            <a:avLst/>
            <a:gdLst/>
            <a:ahLst/>
            <a:cxnLst/>
            <a:rect r="r" b="b" t="t" l="l"/>
            <a:pathLst>
              <a:path h="13959091" w="19214278">
                <a:moveTo>
                  <a:pt x="0" y="0"/>
                </a:moveTo>
                <a:lnTo>
                  <a:pt x="19214278" y="0"/>
                </a:lnTo>
                <a:lnTo>
                  <a:pt x="19214278" y="13959091"/>
                </a:lnTo>
                <a:lnTo>
                  <a:pt x="0" y="13959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5180" y="-445276"/>
            <a:ext cx="9394900" cy="11881785"/>
          </a:xfrm>
          <a:custGeom>
            <a:avLst/>
            <a:gdLst/>
            <a:ahLst/>
            <a:cxnLst/>
            <a:rect r="r" b="b" t="t" l="l"/>
            <a:pathLst>
              <a:path h="11881785" w="9394900">
                <a:moveTo>
                  <a:pt x="0" y="0"/>
                </a:moveTo>
                <a:lnTo>
                  <a:pt x="9394900" y="0"/>
                </a:lnTo>
                <a:lnTo>
                  <a:pt x="9394900" y="11881785"/>
                </a:lnTo>
                <a:lnTo>
                  <a:pt x="0" y="11881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50008" y="-300240"/>
            <a:ext cx="12050337" cy="10328860"/>
          </a:xfrm>
          <a:custGeom>
            <a:avLst/>
            <a:gdLst/>
            <a:ahLst/>
            <a:cxnLst/>
            <a:rect r="r" b="b" t="t" l="l"/>
            <a:pathLst>
              <a:path h="10328860" w="12050337">
                <a:moveTo>
                  <a:pt x="0" y="0"/>
                </a:moveTo>
                <a:lnTo>
                  <a:pt x="12050337" y="0"/>
                </a:lnTo>
                <a:lnTo>
                  <a:pt x="12050337" y="10328860"/>
                </a:lnTo>
                <a:lnTo>
                  <a:pt x="0" y="10328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333" y="340947"/>
            <a:ext cx="11592760" cy="9621991"/>
          </a:xfrm>
          <a:custGeom>
            <a:avLst/>
            <a:gdLst/>
            <a:ahLst/>
            <a:cxnLst/>
            <a:rect r="r" b="b" t="t" l="l"/>
            <a:pathLst>
              <a:path h="9621991" w="11592760">
                <a:moveTo>
                  <a:pt x="0" y="0"/>
                </a:moveTo>
                <a:lnTo>
                  <a:pt x="11592760" y="0"/>
                </a:lnTo>
                <a:lnTo>
                  <a:pt x="11592760" y="9621990"/>
                </a:lnTo>
                <a:lnTo>
                  <a:pt x="0" y="9621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64093" y="1449884"/>
            <a:ext cx="6240564" cy="6240564"/>
          </a:xfrm>
          <a:custGeom>
            <a:avLst/>
            <a:gdLst/>
            <a:ahLst/>
            <a:cxnLst/>
            <a:rect r="r" b="b" t="t" l="l"/>
            <a:pathLst>
              <a:path h="6240564" w="6240564">
                <a:moveTo>
                  <a:pt x="0" y="0"/>
                </a:moveTo>
                <a:lnTo>
                  <a:pt x="6240564" y="0"/>
                </a:lnTo>
                <a:lnTo>
                  <a:pt x="6240564" y="6240564"/>
                </a:lnTo>
                <a:lnTo>
                  <a:pt x="0" y="6240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DAHOiFco-CI</dc:identifier>
  <dcterms:modified xsi:type="dcterms:W3CDTF">2011-08-01T06:04:30Z</dcterms:modified>
  <cp:revision>1</cp:revision>
</cp:coreProperties>
</file>